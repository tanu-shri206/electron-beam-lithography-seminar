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 Beam Lithography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Advanced Lithography Technique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Definition</a:t>
            </a:r>
          </a:p>
          <a:p>
            <a:r>
              <a:t>• Working Principle</a:t>
            </a:r>
          </a:p>
          <a:p>
            <a:r>
              <a:t>• Importance in Nanofabrication</a:t>
            </a:r>
          </a:p>
          <a:p>
            <a:r>
              <a:t>• Key Components of EBL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Electron Beam Lithography?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High-resolution patterning (sub-10nm)</a:t>
            </a:r>
          </a:p>
          <a:p>
            <a:r>
              <a:t>• Maskless lithography for prototyping</a:t>
            </a:r>
          </a:p>
          <a:p>
            <a:r>
              <a:t>• Essential for semiconductor R&amp;D</a:t>
            </a:r>
          </a:p>
          <a:p>
            <a:r>
              <a:t>• Enables advanced nanostructures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Electron Beam Lithography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High equipment cost</a:t>
            </a:r>
          </a:p>
          <a:p>
            <a:r>
              <a:t>• Slow processing speed</a:t>
            </a:r>
          </a:p>
          <a:p>
            <a:r>
              <a:t>• Proximity effect issues</a:t>
            </a:r>
          </a:p>
          <a:p>
            <a:r>
              <a:t>• Charging effects and resist limitations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History &amp; Previous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1960s: Early EBL developments</a:t>
            </a:r>
          </a:p>
          <a:p>
            <a:r>
              <a:t>• 1975: IBM's role in EBL systems</a:t>
            </a:r>
          </a:p>
          <a:p>
            <a:r>
              <a:t>• 1990s-Present: Advances in resolution and throughput</a:t>
            </a:r>
          </a:p>
          <a:p>
            <a:r>
              <a:t>• Key research milestones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with Other Lithographies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Optical Lithography: Faster, but limited to ~30nm resolution</a:t>
            </a:r>
          </a:p>
          <a:p>
            <a:r>
              <a:t>• Nanoimprint Lithography: Cost-effective, but defect-prone</a:t>
            </a:r>
          </a:p>
          <a:p>
            <a:r>
              <a:t>• X-ray Lithography: High precision but expensive</a:t>
            </a:r>
          </a:p>
          <a:p>
            <a:r>
              <a:t>• Ion Beam Lithography: Higher accuracy, but slower and costly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Few Works Done on EBL &amp; 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Sub-10nm transistor fabrication</a:t>
            </a:r>
          </a:p>
          <a:p>
            <a:r>
              <a:t>• Research on reducing electron scattering</a:t>
            </a:r>
          </a:p>
          <a:p>
            <a:r>
              <a:t>• Scaling EBL for large-area patterning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to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Proximity effect correction algorithms</a:t>
            </a:r>
          </a:p>
          <a:p>
            <a:r>
              <a:t>• Multi-beam EBL for increased throughput</a:t>
            </a:r>
          </a:p>
          <a:p>
            <a:r>
              <a:t>• Advanced resist materials (HSQ, ZEP)</a:t>
            </a:r>
          </a:p>
          <a:p>
            <a:r>
              <a:t>• AI-driven pattern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in VLSI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Photomask fabrication for semiconductor manufacturing</a:t>
            </a:r>
          </a:p>
          <a:p>
            <a:r>
              <a:t>• Direct-write patterning for R&amp;D</a:t>
            </a:r>
          </a:p>
          <a:p>
            <a:r>
              <a:t>• Quantum computing and nanoelectronics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of EBL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Hybrid lithography approaches</a:t>
            </a:r>
          </a:p>
          <a:p>
            <a:r>
              <a:t>• AI integration for better precision</a:t>
            </a:r>
          </a:p>
          <a:p>
            <a:r>
              <a:t>• Faster electron sources for improved efficiency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Research papers (IEEE, Nature Nanotechnology)</a:t>
            </a:r>
          </a:p>
          <a:p>
            <a:r>
              <a:t>• Books on lithography techniques</a:t>
            </a:r>
          </a:p>
          <a:p>
            <a:r>
              <a:t>• Semiconductor industry reports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